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High Risk % by Industry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 Risk %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Manufacturing</c:v>
                  </c:pt>
                  <c:pt idx="1">
                    <c:v>Logistics</c:v>
                  </c:pt>
                  <c:pt idx="2">
                    <c:v>Retail</c:v>
                  </c:pt>
                  <c:pt idx="3">
                    <c:v>Finance</c:v>
                  </c:pt>
                  <c:pt idx="4">
                    <c:v>Telecom</c:v>
                  </c:pt>
                  <c:pt idx="5">
                    <c:v>IT</c:v>
                  </c:pt>
                  <c:pt idx="6">
                    <c:v>Healthcare</c:v>
                  </c:pt>
                  <c:pt idx="7">
                    <c:v>Education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48.2</c:v>
                </c:pt>
                <c:pt idx="1">
                  <c:v>41.5</c:v>
                </c:pt>
                <c:pt idx="2">
                  <c:v>40.7</c:v>
                </c:pt>
                <c:pt idx="3">
                  <c:v>37.7</c:v>
                </c:pt>
                <c:pt idx="4">
                  <c:v>35.2</c:v>
                </c:pt>
                <c:pt idx="5">
                  <c:v>28</c:v>
                </c:pt>
                <c:pt idx="6">
                  <c:v>20.8</c:v>
                </c:pt>
                <c:pt idx="7">
                  <c:v>20.1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2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26324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263241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108960" cy="3108960"/>
          </a:xfrm>
          <a:prstGeom prst="ellipse">
            <a:avLst/>
          </a:prstGeom>
          <a:solidFill>
            <a:srgbClr val="26324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Impact on Jobs: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Layoff Risk Analysis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PostgreSQL  ·  Power BI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709160"/>
            <a:ext cx="128016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 |  B.Tech (E&amp;TC), Final Year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/ Data Science Candidate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035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organizations adopt AI and automation at scale, roles built on routine, repeatable tasks face rising displacement risk — while roles demanding creativity and human judgment remain comparatively insulated.</a:t>
            </a:r>
            <a:endParaRPr lang="en-US" sz="1550" dirty="0"/>
          </a:p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20,000 employee records to answer a concrete question: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combination of role, industry, and individual factors predicts layoff risk in an AI-disrupted workforce — and can that risk be modeled?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6035040" cy="0"/>
          </a:xfrm>
          <a:prstGeom prst="line">
            <a:avLst/>
          </a:prstGeom>
          <a:noFill/>
          <a:ln w="12700">
            <a:solidFill>
              <a:srgbClr val="E2E2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7548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 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analyzed across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industries</a:t>
            </a:r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job roles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040880" y="16916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269480" y="189280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01000" y="1837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HR &amp; Workforce Planning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01000" y="2148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teams need reskilling investment first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40880" y="28346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269480" y="303580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726948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01000" y="2980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Job Seekers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01000" y="3291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which roles carry higher long-term exposure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40880" y="3977640"/>
            <a:ext cx="4480560" cy="960120"/>
          </a:xfrm>
          <a:prstGeom prst="roundRect">
            <a:avLst>
              <a:gd name="adj" fmla="val 761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269480" y="417880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01000" y="4123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Analysts (me)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01000" y="4434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Python, SQL &amp; BI working as one pipeline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AI Impact on Jobs and Layoff Risk Dataset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383280" y="2212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126480" y="2212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0" y="1600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24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869680" y="22128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/ Roles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10881360" cy="0"/>
          </a:xfrm>
          <a:prstGeom prst="line">
            <a:avLst/>
          </a:prstGeom>
          <a:noFill/>
          <a:ln w="12700">
            <a:solidFill>
              <a:srgbClr val="E2E2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groups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37560"/>
          <a:ext cx="10881360" cy="137160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/ Org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Exposure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Education,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of Experience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Industry, Job Role,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 Size, Job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Adoption Level, # AI Tools,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Training Hours, Usage Hrs/Week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Layoff_Risk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(High / Medium / Low)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40080" y="49834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BEFE0"/>
          </a:solidFill>
          <a:ln/>
        </p:spPr>
      </p:sp>
      <p:sp>
        <p:nvSpPr>
          <p:cNvPr id="16" name="Shape 13"/>
          <p:cNvSpPr/>
          <p:nvPr/>
        </p:nvSpPr>
        <p:spPr>
          <a:xfrm>
            <a:off x="868680" y="5212080"/>
            <a:ext cx="502920" cy="502920"/>
          </a:xfrm>
          <a:prstGeom prst="ellipse">
            <a:avLst/>
          </a:prstGeom>
          <a:solidFill>
            <a:srgbClr val="C9700B"/>
          </a:solidFill>
          <a:ln/>
        </p:spPr>
      </p:sp>
      <p:pic>
        <p:nvPicPr>
          <p:cNvPr id="17" name="Image 0" descr="icons_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532180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54480" y="512064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limitation, stated upfront: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Layoff_Risk separates very cleanly along automation-related features, suggesting the dataset was generated with an explicit rule rather than sampled from real outcomes. The modeling work that follows is presented as a demonstration of correct methodology — not a claim of real-world predictive validity.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three disciplines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01168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icons_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33101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Feature Engineering · ML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920240" y="3794760"/>
            <a:ext cx="86868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402336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169164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92140" y="2011680"/>
            <a:ext cx="731520" cy="731520"/>
          </a:xfrm>
          <a:prstGeom prst="ellipse">
            <a:avLst/>
          </a:prstGeom>
          <a:solidFill>
            <a:srgbClr val="1F2937"/>
          </a:solidFill>
          <a:ln/>
        </p:spPr>
      </p:sp>
      <p:pic>
        <p:nvPicPr>
          <p:cNvPr id="13" name="Image 1" descr="icons_postgr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762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43400" y="2926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343400" y="33101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Query Analysis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23560" y="3794760"/>
            <a:ext cx="86868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00600" y="402336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logic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429000" cy="4297680"/>
          </a:xfrm>
          <a:prstGeom prst="roundRect">
            <a:avLst>
              <a:gd name="adj" fmla="val 2667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95460" y="2011680"/>
            <a:ext cx="731520" cy="731520"/>
          </a:xfrm>
          <a:prstGeom prst="ellipse">
            <a:avLst/>
          </a:prstGeom>
          <a:solidFill>
            <a:srgbClr val="C9700B"/>
          </a:solidFill>
          <a:ln/>
        </p:spPr>
      </p:sp>
      <p:pic>
        <p:nvPicPr>
          <p:cNvPr id="20" name="Image 2" descr="icons_powerbi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176272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0" y="29260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046720" y="33101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Dashboarding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326880" y="3794760"/>
            <a:ext cx="868680" cy="0"/>
          </a:xfrm>
          <a:prstGeom prst="line">
            <a:avLst/>
          </a:prstGeom>
          <a:noFill/>
          <a:ln w="19050">
            <a:solidFill>
              <a:srgbClr val="C9700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03920" y="4023360"/>
            <a:ext cx="2514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report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output integrated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an end-to-end analytics workflow: raw data → statistical analysis → predictive modeling → business-ready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a decision-ready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286000" cy="1188720"/>
          </a:xfrm>
          <a:prstGeom prst="roundRect">
            <a:avLst>
              <a:gd name="adj" fmla="val 6923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3081528"/>
            <a:ext cx="512064" cy="512064"/>
          </a:xfrm>
          <a:prstGeom prst="ellipse">
            <a:avLst/>
          </a:prstGeom>
          <a:solidFill>
            <a:srgbClr val="1F2937"/>
          </a:solidFill>
          <a:ln/>
        </p:spPr>
      </p:sp>
      <p:pic>
        <p:nvPicPr>
          <p:cNvPr id="6" name="Image 0" descr="icons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2095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852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317296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rows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880360" y="3337560"/>
            <a:ext cx="502920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29000" y="2743200"/>
            <a:ext cx="2468880" cy="1188720"/>
          </a:xfrm>
          <a:prstGeom prst="roundRect">
            <a:avLst>
              <a:gd name="adj" fmla="val 6923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0168" y="3081528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icons_pyth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32095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51960" y="28529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251960" y="3172968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EDA ·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ML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92240" y="137160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693408" y="1709928"/>
            <a:ext cx="512064" cy="512064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7" name="Image 2" descr="icons_postgr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183794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15200" y="14813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315200" y="180136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business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queries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92240" y="4114800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93408" y="4453128"/>
            <a:ext cx="512064" cy="512064"/>
          </a:xfrm>
          <a:prstGeom prst="ellipse">
            <a:avLst/>
          </a:prstGeom>
          <a:solidFill>
            <a:srgbClr val="C9700B"/>
          </a:solidFill>
          <a:ln/>
        </p:spPr>
      </p:sp>
      <p:pic>
        <p:nvPicPr>
          <p:cNvPr id="22" name="Image 3" descr="icons_powerbi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458114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224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315200" y="454456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interactive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943600" y="3337560"/>
            <a:ext cx="411480" cy="-13258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355080" y="2011680"/>
            <a:ext cx="137160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943600" y="3337560"/>
            <a:ext cx="411480" cy="132588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355080" y="4663440"/>
            <a:ext cx="137160" cy="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9464040" y="2743200"/>
            <a:ext cx="2148840" cy="1188720"/>
          </a:xfrm>
          <a:prstGeom prst="roundRect">
            <a:avLst>
              <a:gd name="adj" fmla="val 6923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665208" y="3081528"/>
            <a:ext cx="512064" cy="512064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31" name="Image 4" descr="icons_chartba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3209544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0287000" y="28529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10287000" y="317296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insights +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risk score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869680" y="1965960"/>
            <a:ext cx="594360" cy="7772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9418320" y="2697480"/>
            <a:ext cx="91440" cy="914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869680" y="4709160"/>
            <a:ext cx="594360" cy="-777240"/>
          </a:xfrm>
          <a:prstGeom prst="line">
            <a:avLst/>
          </a:prstGeom>
          <a:noFill/>
          <a:ln w="22225">
            <a:solidFill>
              <a:srgbClr val="9AA5B1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feeds BOTH downstream tools: a SQL-ready cleaned table, and a Power BI-ready file containing out-of-sample model predictions.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Analysis: 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 before any modeling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554480"/>
            <a:ext cx="4937760" cy="713232"/>
          </a:xfrm>
          <a:prstGeom prst="roundRect">
            <a:avLst>
              <a:gd name="adj" fmla="val 8974"/>
            </a:avLst>
          </a:prstGeom>
          <a:solidFill>
            <a:srgbClr val="F7F7F8"/>
          </a:solidFill>
          <a:ln/>
        </p:spPr>
      </p:sp>
      <p:sp>
        <p:nvSpPr>
          <p:cNvPr id="6" name="Text 3"/>
          <p:cNvSpPr/>
          <p:nvPr/>
        </p:nvSpPr>
        <p:spPr>
          <a:xfrm>
            <a:off x="6766560" y="155448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48% vs 20%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732520" y="1554480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carries the highest risk; Education the lowest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83680" y="2395728"/>
            <a:ext cx="4937760" cy="713232"/>
          </a:xfrm>
          <a:prstGeom prst="roundRect">
            <a:avLst>
              <a:gd name="adj" fmla="val 8974"/>
            </a:avLst>
          </a:prstGeom>
          <a:solidFill>
            <a:srgbClr val="F7F7F8"/>
          </a:solidFill>
          <a:ln/>
        </p:spPr>
      </p:sp>
      <p:sp>
        <p:nvSpPr>
          <p:cNvPr id="9" name="Text 6"/>
          <p:cNvSpPr/>
          <p:nvPr/>
        </p:nvSpPr>
        <p:spPr>
          <a:xfrm>
            <a:off x="6766560" y="23957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 vs 11%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732520" y="2395728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risk is 4x higher than Senior-level risk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0" y="3236976"/>
            <a:ext cx="4937760" cy="713232"/>
          </a:xfrm>
          <a:prstGeom prst="roundRect">
            <a:avLst>
              <a:gd name="adj" fmla="val 8974"/>
            </a:avLst>
          </a:prstGeom>
          <a:solidFill>
            <a:srgbClr val="F7F7F8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0" y="3236976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 vs 9%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732520" y="3236976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AI adoption roles vs Low AI adoption roles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83680" y="4078224"/>
            <a:ext cx="4937760" cy="713232"/>
          </a:xfrm>
          <a:prstGeom prst="roundRect">
            <a:avLst>
              <a:gd name="adj" fmla="val 8974"/>
            </a:avLst>
          </a:prstGeom>
          <a:solidFill>
            <a:srgbClr val="F7F7F8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0" y="4078224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 vs 0.3%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732520" y="4078224"/>
            <a:ext cx="2697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gap between high-routine and low-routine roles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risk concentrates in roles with high routine-task content, low creativity demand, and heavy automation exposure — consistent across every cut of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data for modeling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icons_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122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3-class Layoff_Risk into High_Risk_Flag (High vs Not) for a cleaner business framing.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69164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965960"/>
            <a:ext cx="594360" cy="594360"/>
          </a:xfrm>
          <a:prstGeom prst="ellipse">
            <a:avLst/>
          </a:prstGeom>
          <a:solidFill>
            <a:srgbClr val="1F2937"/>
          </a:solidFill>
          <a:ln/>
        </p:spPr>
      </p:sp>
      <p:pic>
        <p:nvPicPr>
          <p:cNvPr id="11" name="Image 1" descr="icons_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1122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47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00800" y="25603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Education_Level, Job_Level, Company_Size, AI_Adoption_Level encoded with explicit rank order.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23360"/>
            <a:ext cx="594360" cy="594360"/>
          </a:xfrm>
          <a:prstGeom prst="ellipse">
            <a:avLst/>
          </a:prstGeom>
          <a:solidFill>
            <a:srgbClr val="475569"/>
          </a:solidFill>
          <a:ln/>
        </p:spPr>
      </p:sp>
      <p:pic>
        <p:nvPicPr>
          <p:cNvPr id="16" name="Image 2" descr="icons_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1696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05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" y="46177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and Job_Role encoded as dummy variables — no natural order between categories.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749040"/>
            <a:ext cx="5212080" cy="1828800"/>
          </a:xfrm>
          <a:prstGeom prst="roundRect">
            <a:avLst>
              <a:gd name="adj" fmla="val 4500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023360"/>
            <a:ext cx="594360" cy="594360"/>
          </a:xfrm>
          <a:prstGeom prst="ellipse">
            <a:avLst/>
          </a:prstGeom>
          <a:solidFill>
            <a:srgbClr val="C9700B"/>
          </a:solidFill>
          <a:ln/>
        </p:spPr>
      </p:sp>
      <p:pic>
        <p:nvPicPr>
          <p:cNvPr id="21" name="Image 3" descr="icons_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1696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05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0" y="46177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Automation_Exposure_Ratio = Tasks_Automated_% ÷ (Creativity_Requirement + Human_Interaction_Level + 1)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89788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E6F4F3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engineered Automation_Exposure_Ratio became the single most predictive feature in the model — ahead of every raw column.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compared on the same train/test split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874520"/>
            <a:ext cx="1188720" cy="11887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0.996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4348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all features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 (handles 66/34 split)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 = 1000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257800" cy="3200400"/>
          </a:xfrm>
          <a:prstGeom prst="roundRect">
            <a:avLst>
              <a:gd name="adj" fmla="val 2857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920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66960" y="1874520"/>
            <a:ext cx="1188720" cy="1188720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96696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537960" y="2880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trees, max_depth = 10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'balanced'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feature importance + final predictions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class_weight = 'balanced'? 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binary target has a mild 66% / 34% split. Balancing class weights avoids the model defaulting to the majority class, and keeps recall on the minority (high-risk) class meaningful.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26324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Validation: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Avoiding Data Leakage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methodology decision in this project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029200" cy="2331720"/>
          </a:xfrm>
          <a:prstGeom prst="roundRect">
            <a:avLst>
              <a:gd name="adj" fmla="val 3922"/>
            </a:avLst>
          </a:prstGeom>
          <a:solidFill>
            <a:srgbClr val="2A364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The naive (wrong) way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5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the same data used for training. Performance looks artificially perfect because the model has already seen those exact rows.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Inflated, untrustworthy metric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103120"/>
            <a:ext cx="5577840" cy="2331720"/>
          </a:xfrm>
          <a:prstGeom prst="roundRect">
            <a:avLst>
              <a:gd name="adj" fmla="val 3922"/>
            </a:avLst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I did instead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AF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5-fold cross_val_predict: every row's prediction comes from a fold where that row was held out during training — genuine out-of-sample predictions.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7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defensible metric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709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92.4%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3657600" y="48463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5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accuracy — this is the number I'd defend in an interview, not the inflated train-set fit.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 Drivers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Random Forest model learned mattered most</a:t>
            </a:r>
            <a:endParaRPr lang="en-US" sz="1400" dirty="0"/>
          </a:p>
        </p:txBody>
      </p:sp>
      <p:pic>
        <p:nvPicPr>
          <p:cNvPr id="4" name="Image 0" descr="feature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6035040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691640"/>
            <a:ext cx="457200" cy="457200"/>
          </a:xfrm>
          <a:prstGeom prst="ellipse">
            <a:avLst/>
          </a:prstGeom>
          <a:solidFill>
            <a:srgbClr val="C9700B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52360" y="16733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Automation_Exposure_Ratio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19842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 — outperformed every raw column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858000" y="257860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52360" y="25603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Routine_Task_Percentage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52360" y="287121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risk gate on its own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858000" y="346557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452360" y="34472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Creativity_Requirement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452360" y="375818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Inversely related to risk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8000" y="4352544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452360" y="43342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Tasks_Automated_Percentage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452360" y="464515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automation exposure measure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58000" y="523951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452360" y="522122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Job_Level (encoded)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52360" y="5532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Seniority offers real protection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 Highlights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PostgreSQL queries — aggregation, CTEs, window functions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56432" cy="416052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2999232" cy="365760"/>
          </a:xfrm>
          <a:prstGeom prst="roundRect">
            <a:avLst>
              <a:gd name="adj" fmla="val 45000"/>
            </a:avLst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Aggregation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Industry-wise risk ranking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employees, high-risk count and high-risk % per industry, sorted descending.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3794760"/>
            <a:ext cx="3017520" cy="1874520"/>
          </a:xfrm>
          <a:prstGeom prst="roundRect">
            <a:avLst>
              <a:gd name="adj" fmla="val 2927"/>
            </a:avLst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3931920"/>
            <a:ext cx="2724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industry, ROUND(100.0*SUM(high_risk_flag)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/COUNT(*),2) AS high_risk_pct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ai_job_risk GROUP BY industry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high_risk_pct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645920"/>
            <a:ext cx="3456432" cy="416052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828800"/>
            <a:ext cx="2999232" cy="365760"/>
          </a:xfrm>
          <a:prstGeom prst="roundRect">
            <a:avLst>
              <a:gd name="adj" fmla="val 45000"/>
            </a:avLst>
          </a:prstGeom>
          <a:solidFill>
            <a:srgbClr val="C9700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8288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— RANK()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riskiest roles per industry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partitioned by industry surfaces the highest-risk job roles within each sector.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3794760"/>
            <a:ext cx="3017520" cy="1874520"/>
          </a:xfrm>
          <a:prstGeom prst="roundRect">
            <a:avLst>
              <a:gd name="adj" fmla="val 2927"/>
            </a:avLst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3931920"/>
            <a:ext cx="2724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RANK() OVER (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PARTITION BY industry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high_risk_pct DESC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risk_rank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456432" cy="416052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1828800"/>
            <a:ext cx="2999232" cy="365760"/>
          </a:xfrm>
          <a:prstGeom prst="roundRect">
            <a:avLst>
              <a:gd name="adj" fmla="val 45000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8288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— NTILE()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7532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by automation quartile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75320" y="2926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NTILE(4) splits employees into automation-exposure quartiles to test the risk gradient.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75320" y="3794760"/>
            <a:ext cx="3017520" cy="1874520"/>
          </a:xfrm>
          <a:prstGeom prst="roundRect">
            <a:avLst>
              <a:gd name="adj" fmla="val 2927"/>
            </a:avLst>
          </a:prstGeom>
          <a:solidFill>
            <a:srgbClr val="1F2937"/>
          </a:solidFill>
          <a:ln/>
        </p:spPr>
      </p:sp>
      <p:sp>
        <p:nvSpPr>
          <p:cNvPr id="24" name="Text 22"/>
          <p:cNvSpPr/>
          <p:nvPr/>
        </p:nvSpPr>
        <p:spPr>
          <a:xfrm>
            <a:off x="8430768" y="3931920"/>
            <a:ext cx="27249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NTILE(4) OVER (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tasks_automated_pct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FE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automation_quartile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query set also includes CTEs for risk-tier segmentation, HAVING filters, and multi-metric industry summary tables feeding directly into Power BI.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 — connecting SQL aggregates and ML predictions into one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employees, risk %, model accuracy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split donut chart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by industry bar chart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70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Deep-Dive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Matrix: riskiest roles per industry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chart: routine task % vs risk 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8288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75320" y="2423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Analysis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92608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by AI adoption level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# of AI tools used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risk score gauge + tier 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1663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E6F4F3"/>
          </a:solidFill>
          <a:ln/>
        </p:spPr>
      </p:sp>
      <p:pic>
        <p:nvPicPr>
          <p:cNvPr id="17" name="Image 0" descr="icons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440680"/>
            <a:ext cx="365760" cy="3657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868680" y="53949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mage 1" descr="icons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551383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08760" y="5166360"/>
            <a:ext cx="9829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point: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surfaces each employee's out-of-sample Predicted_Risk_Score, generated by the Python model — not just descriptive BI, but BI fed by validated ML output.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means in practice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84248"/>
            <a:ext cx="594360" cy="594360"/>
          </a:xfrm>
          <a:prstGeom prst="ellipse">
            <a:avLst/>
          </a:prstGeom>
          <a:solidFill>
            <a:srgbClr val="B3261E"/>
          </a:solidFill>
          <a:ln/>
        </p:spPr>
      </p:sp>
      <p:pic>
        <p:nvPicPr>
          <p:cNvPr id="6" name="Image 0" descr="icons_indust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" y="21351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1051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Routine, low-creativity roles face dramatically higher risk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21284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climbs from 0.3% to 77% as Routine_Task_Percentage moves from low to high — the clearest single signal in the dataset.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10896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447288"/>
            <a:ext cx="594360" cy="594360"/>
          </a:xfrm>
          <a:prstGeom prst="ellipse">
            <a:avLst/>
          </a:prstGeom>
          <a:solidFill>
            <a:srgbClr val="C9700B"/>
          </a:solidFill>
          <a:ln/>
        </p:spPr>
      </p:sp>
      <p:pic>
        <p:nvPicPr>
          <p:cNvPr id="11" name="Image 1" descr="icons_gr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359816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27355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employees are the most exposed group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737360" y="367588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44.5% high-risk rate at Entry level vs 11.5% at Senior level — reskilling programs should prioritize this group first.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57200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910328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icons_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506120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7365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vs. causation, stated explicitly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37360" y="513892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individual AI tool usage correlates with higher risk — likely because already-automatable roles adopt more AI tools, not because tool usage itself causes risk.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Honest Reflection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tell an interviewer unprompted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56432" cy="3931920"/>
          </a:xfrm>
          <a:prstGeom prst="roundRect">
            <a:avLst>
              <a:gd name="adj" fmla="val 2646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synthetic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near-perfect separability of risk classes suggests an explicit generation rule, not sampled real-world outcomes. Results show methodology rigor, not real-world predictive validity.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456432" cy="3931920"/>
          </a:xfrm>
          <a:prstGeom prst="roundRect">
            <a:avLst>
              <a:gd name="adj" fmla="val 2646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61772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dimension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a single snapshot — there's no way to show how risk trends change over time, or validate predictions against actual subsequent layoffs.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456432" cy="3931920"/>
          </a:xfrm>
          <a:prstGeom prst="roundRect">
            <a:avLst>
              <a:gd name="adj" fmla="val 2646"/>
            </a:avLst>
          </a:prstGeom>
          <a:solidFill>
            <a:srgbClr val="F7F7F8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DA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2104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company-level context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320040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financial data (revenue, real layoff history, restructuring events) that would be needed to validate findings against real organizational outcomes.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these limitations unprompted is itself part of the deliverable — it signals analytical maturity, not weakness.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26324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463040"/>
            <a:ext cx="2926080" cy="2926080"/>
          </a:xfrm>
          <a:prstGeom prst="ellipse">
            <a:avLst/>
          </a:prstGeom>
          <a:solidFill>
            <a:srgbClr val="26324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icons_diagr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361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807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6304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SQL → Power BI, one consistent workflow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icons_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53619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138074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feature engineering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94944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features that outperformed raw data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77240" y="24688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2" descr="icons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587752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24323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validation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46304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Cross-validated, leakage-free model evaluation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63640" y="24688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8" name="Image 3" descr="icons_cod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587752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24323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Business-focused SQL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949440" y="2743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functions, CTEs, real segmentation logic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77240" y="3794760"/>
            <a:ext cx="10607040" cy="0"/>
          </a:xfrm>
          <a:prstGeom prst="line">
            <a:avLst/>
          </a:prstGeom>
          <a:noFill/>
          <a:ln w="12700">
            <a:solidFill>
              <a:srgbClr val="3A475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77240" y="4069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77724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8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happy to walk through any part of the code, queries, or dashboard live.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 |  github.com/Vishal123-tech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Impact on Jobs - Layoff Risk Analysis</dc:title>
  <dc:subject>PptxGenJS Presentation</dc:subject>
  <dc:creator>Vishal</dc:creator>
  <cp:lastModifiedBy>Vishal</cp:lastModifiedBy>
  <cp:revision>1</cp:revision>
  <dcterms:created xsi:type="dcterms:W3CDTF">2026-06-21T04:32:50Z</dcterms:created>
  <dcterms:modified xsi:type="dcterms:W3CDTF">2026-06-21T04:32:50Z</dcterms:modified>
</cp:coreProperties>
</file>